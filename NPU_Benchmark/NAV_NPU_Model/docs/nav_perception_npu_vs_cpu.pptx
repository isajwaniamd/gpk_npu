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nav_perception on the Ryzen AI NPU vs CPU</a:t>
            </a:r>
          </a:p>
          <a:p>
            <a:r>
              <a:rPr sz="1400">
                <a:solidFill>
                  <a:srgbClr val="555555"/>
                </a:solidFill>
              </a:rPr>
              <a:t>Per-frame latency, AMD Ryzen AI MAX+ PRO 395 (HP Z2 Mini G1a), Ryzen AI 1.8 / Vitis AI EP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367617"/>
              </p:ext>
            </p:extLst>
          </p:nvPr>
        </p:nvGraphicFramePr>
        <p:xfrm>
          <a:off x="548640" y="155448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CPU (fp32)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NPU (BF16)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Session load (compile cached)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0.08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0.39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First-call latency (cold)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14.6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27.7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Steady-state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6.31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21.51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5.97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21.00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7.44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26.00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14.08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27.99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Min /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5.85 / 17.40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19.87 / 30.04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/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~159 frames/s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~46 frames/s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Findings and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• </a:t>
            </a:r>
            <a:r>
              <a:rPr sz="1400" dirty="0"/>
              <a:t>497 operators run on the NPU in one subgraph; 50 stay on the CPU (including top-k and gathers).</a:t>
            </a:r>
          </a:p>
          <a:p>
            <a:pPr>
              <a:spcAft>
                <a:spcPts val="600"/>
              </a:spcAft>
            </a:pPr>
            <a:r>
              <a:rPr sz="1400" dirty="0"/>
              <a:t>• The NPU is currently about 3.4x slower than the CPU for this small network (21.5 </a:t>
            </a:r>
            <a:r>
              <a:rPr sz="1400" dirty="0" err="1"/>
              <a:t>ms</a:t>
            </a:r>
            <a:r>
              <a:rPr sz="1400" dirty="0"/>
              <a:t> vs 6.3 </a:t>
            </a:r>
            <a:r>
              <a:rPr sz="1400" dirty="0" err="1"/>
              <a:t>ms</a:t>
            </a:r>
            <a:r>
              <a:rPr sz="1400" dirty="0"/>
              <a:t> mean), due to CPU fallback operators and data movement.</a:t>
            </a:r>
          </a:p>
          <a:p>
            <a:pPr>
              <a:spcAft>
                <a:spcPts val="600"/>
              </a:spcAft>
            </a:pPr>
            <a:r>
              <a:rPr sz="1400" dirty="0"/>
              <a:t>• Accuracy vs CPU fp32 is within BF16 expectations: output cosine 0.9996-1.0000; SDF mean error 0.011 m; top-64 anchor index overlap 90.6%; max depth error 1.9 m.</a:t>
            </a:r>
          </a:p>
          <a:p>
            <a:pPr>
              <a:spcAft>
                <a:spcPts val="600"/>
              </a:spcAft>
            </a:pPr>
            <a:r>
              <a:rPr sz="1400" dirty="0"/>
              <a:t>• Not yet measured: NPU </a:t>
            </a:r>
            <a:r>
              <a:rPr sz="1400" dirty="0" err="1"/>
              <a:t>utilisation</a:t>
            </a:r>
            <a:r>
              <a:rPr sz="1400" dirty="0"/>
              <a:t> (</a:t>
            </a:r>
            <a:r>
              <a:rPr sz="1400" dirty="0" err="1"/>
              <a:t>xrt-smi</a:t>
            </a:r>
            <a:r>
              <a:rPr sz="1400" dirty="0"/>
              <a:t>), power/energy, batching. NPU placement is taken from the compiler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218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Sajwani, Imtiaz</cp:lastModifiedBy>
  <cp:revision>3</cp:revision>
  <dcterms:created xsi:type="dcterms:W3CDTF">2013-01-27T09:14:16Z</dcterms:created>
  <dcterms:modified xsi:type="dcterms:W3CDTF">2026-10-24T00:38:53Z</dcterms:modified>
  <cp:category/>
</cp:coreProperties>
</file>